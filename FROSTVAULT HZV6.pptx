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1A8D3-E530-72A3-972B-B49CB17521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6A24F1-AD29-83BD-EAB5-604E24A4B3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6317D-E96F-EA5C-7F9D-3A0448CA5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01683-454D-41D1-869D-731BBA0B9705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39648-CEF2-01FF-34D1-855D4FA6B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67BFE-94F6-FBCB-4F65-32D4CB97D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2596-4ACF-4EA3-AA39-F4230D15F1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24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99E5B-DD40-B3A5-B56B-80CF38902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344C6-FB48-F392-B867-C98C8BF68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44429-4735-C535-B8E0-D06260825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01683-454D-41D1-869D-731BBA0B9705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EB619-2752-BF07-B4C5-A51B022FE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3B14F-0143-F4CD-63B9-C3071F964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2596-4ACF-4EA3-AA39-F4230D15F1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050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5CD09-8323-740F-A27B-A21C0A7CC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042F18-5F9C-1ECE-991B-DE9242D3A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6D7D0-8C03-D502-5E6A-B319C2777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01683-454D-41D1-869D-731BBA0B9705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D7066-3E4D-5D26-112B-CF7A3DD3D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446FC-44C5-0C4B-43AF-3A79FD63B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2596-4ACF-4EA3-AA39-F4230D15F1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651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674FE-F91B-23FC-780A-4CA5F384C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506EF-70B1-3418-08B6-ABC6DBD26C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781BB8-4F57-9A37-ED1A-E7A5DFF06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E27905-3D9B-120F-D90B-C0F9C58CE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01683-454D-41D1-869D-731BBA0B9705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B94B17-F353-70C3-669C-FF2E17469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C5CF39-291F-A3C8-0248-0F52DE56B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2596-4ACF-4EA3-AA39-F4230D15F1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978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69646-B302-EBE7-0B0F-E07CB93EF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67DF1-CBCB-67AD-CC20-6192B080B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731A8B-D71B-0D3D-045B-D1099A5810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DC016F-D3ED-33D7-96D1-D4D2C6D392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DC84D2-113A-3818-E3D5-F744A4D337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51CDD6-3410-A89A-25EB-265BC75F4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01683-454D-41D1-869D-731BBA0B9705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B6337D-6535-AAEC-0451-3084D55F8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30F6DD-30EF-6C8D-4ECF-833DC9ED7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2596-4ACF-4EA3-AA39-F4230D15F1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08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2A476-61B3-BB8B-F546-F41D6AF9D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16B449-4D03-C5AF-35FE-B0A4DB172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01683-454D-41D1-869D-731BBA0B9705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FFAE6A-EC5A-4C94-1916-DFE68B2FD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2D2895-88E4-E92D-4DEE-C3140344E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2596-4ACF-4EA3-AA39-F4230D15F1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517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7C987C-686B-9534-F8DA-E336F91FA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01683-454D-41D1-869D-731BBA0B9705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B24C70-0FED-B637-8D9D-A04A68DCA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A86910-D8BB-071B-B561-4E9626515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2596-4ACF-4EA3-AA39-F4230D15F1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673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A02E8-C04B-10A2-A618-2BBA88D2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7BBD7-69C0-1434-4144-5D70434F2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0B7B1F-322C-D717-463E-D9C8C39FF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7C89F-7118-ABB6-6955-AC6D249C1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01683-454D-41D1-869D-731BBA0B9705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85702-AAD5-0843-B293-1A5C7AC65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FDB862-DB2C-4706-DF02-E65CE8783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2596-4ACF-4EA3-AA39-F4230D15F1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486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27E0D-8159-E48D-637A-1DF0632AB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472110-E33D-F86E-5C68-286DDC90FA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3AB667-B27D-A089-B7C1-0CE1478A8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24DE0E-69C1-991C-6B85-AC1CE8D11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01683-454D-41D1-869D-731BBA0B9705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E1635-37B5-38C5-7F79-77EB8A108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1B17BF-407B-8719-BE63-D241E0393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2596-4ACF-4EA3-AA39-F4230D15F1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86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B1443-E7DD-4115-8188-C86EED93D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40117F-F870-A942-5522-75DCB1DE0A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1A678-CF71-A459-C9A8-EA446B751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01683-454D-41D1-869D-731BBA0B9705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1FBCA-8546-D88E-2C5F-64D3BD372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17525-4622-703D-3BCB-7541450BF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2596-4ACF-4EA3-AA39-F4230D15F1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494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7C9ABB-181A-CDCB-4F57-A2DE5CB8B4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95B28D-B3D3-2765-36FC-8AE11EE01F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2E9B6-7631-2CD5-4C67-E59D02413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01683-454D-41D1-869D-731BBA0B9705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B4E43-BCCB-D8D4-ECB0-0AFA2E313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5C13F-3392-F3B4-979F-4F3EDF9AD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2596-4ACF-4EA3-AA39-F4230D15F1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642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B63D11-27BC-FEB0-CB7E-25B660F07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9F250-76A0-E4D4-675C-C5669D6C59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909DC-3B99-F4F0-5068-0193C1823B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201683-454D-41D1-869D-731BBA0B9705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9E9B4-C8DA-189B-21BC-12F295F828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81AFF-9E92-2034-B778-7FD81F05C5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642596-4ACF-4EA3-AA39-F4230D15F1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7860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ECB45-AFE6-F859-0DAD-AD49E57CD4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highlight>
                  <a:srgbClr val="FFFF00"/>
                </a:highlight>
              </a:rPr>
              <a:t>FROSTVAULT HZV6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AB381E-208F-63BE-AD02-C60F9FD03D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45940" y="4455268"/>
            <a:ext cx="3022060" cy="802532"/>
          </a:xfrm>
        </p:spPr>
        <p:txBody>
          <a:bodyPr>
            <a:noAutofit/>
          </a:bodyPr>
          <a:lstStyle/>
          <a:p>
            <a:r>
              <a:rPr lang="en-IN" sz="2000" dirty="0"/>
              <a:t>SWATHI</a:t>
            </a:r>
          </a:p>
          <a:p>
            <a:r>
              <a:rPr lang="en-IN" sz="2000" dirty="0"/>
              <a:t>VISHNUCHETHANA</a:t>
            </a:r>
          </a:p>
          <a:p>
            <a:r>
              <a:rPr lang="en-IN" sz="2000" dirty="0"/>
              <a:t>LAASYA</a:t>
            </a:r>
          </a:p>
          <a:p>
            <a:r>
              <a:rPr lang="en-IN" sz="2000" dirty="0"/>
              <a:t>AMRUTHA</a:t>
            </a:r>
          </a:p>
          <a:p>
            <a:r>
              <a:rPr lang="en-IN" sz="2000" dirty="0"/>
              <a:t>SRIJA</a:t>
            </a:r>
          </a:p>
        </p:txBody>
      </p:sp>
    </p:spTree>
    <p:extLst>
      <p:ext uri="{BB962C8B-B14F-4D97-AF65-F5344CB8AC3E}">
        <p14:creationId xmlns:p14="http://schemas.microsoft.com/office/powerpoint/2010/main" val="3221444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E61E93-F4BA-BC73-EBBC-7B7B68B15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6305" y="-97276"/>
            <a:ext cx="12676199" cy="6955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180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B30B9B-BDB6-A7A7-20BA-30EF06429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8094" y="1"/>
            <a:ext cx="12636230" cy="750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495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B00EFA-E9B6-8A88-1B05-5649269F9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70" y="1"/>
            <a:ext cx="12069859" cy="625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01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541C35-16AF-83CF-15CB-22BD04E59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0" y="209100"/>
            <a:ext cx="12041280" cy="643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962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E9E70D-E4F0-CBD3-912F-16CA96426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7548" y="0"/>
            <a:ext cx="12373582" cy="6984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082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C1441F-A972-4ABF-568A-7C38B084D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70" y="285311"/>
            <a:ext cx="11888859" cy="628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401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12BC69-A103-AE92-1D63-59F4BE347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33" y="523469"/>
            <a:ext cx="11879333" cy="581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122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3AB1E4-12E9-71D8-205B-6F1DB0496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02" y="290074"/>
            <a:ext cx="11793596" cy="627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107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1054DE-1D16-7764-9480-2B10BB3A8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9499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388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Widescreen</PresentationFormat>
  <Paragraphs>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FROSTVAULT HZV6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FROSTVAULT HZV6</dc:title>
  <dc:creator>Thadikamala Laasya</dc:creator>
  <cp:lastModifiedBy>Thadikamala Laasya</cp:lastModifiedBy>
  <cp:revision>1</cp:revision>
  <dcterms:created xsi:type="dcterms:W3CDTF">2026-03-15T00:50:07Z</dcterms:created>
  <dcterms:modified xsi:type="dcterms:W3CDTF">2026-03-15T00:50:08Z</dcterms:modified>
</cp:coreProperties>
</file>